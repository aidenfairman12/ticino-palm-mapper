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1" d="100"/>
          <a:sy n="141" d="100"/>
        </p:scale>
        <p:origin x="-168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95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iden/Desktop/portfolio/palmTrack/files/ticino-palm-mapper/reports/src/img/RS_cir_tripty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2057400"/>
            <a:ext cx="5879592" cy="19751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  ·  24 JULY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7315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Near-Infrared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Arrived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SWISSIMAGE RS delivery: what came, why nothing would open, and what the NIR band actually reveals.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2926080" cy="0"/>
          </a:xfrm>
          <a:prstGeom prst="line">
            <a:avLst/>
          </a:prstGeom>
          <a:noFill/>
          <a:ln w="19050">
            <a:solidFill>
              <a:srgbClr val="6E924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5"/>
          <p:cNvSpPr/>
          <p:nvPr/>
        </p:nvSpPr>
        <p:spPr>
          <a:xfrm>
            <a:off x="548640" y="5715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swisstopo sent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914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15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4-band NIR/R/G/B, 16-bit, 10 cm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50876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4270248" y="1508760"/>
            <a:ext cx="3474720" cy="914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4270248" y="16276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70248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53128" y="2615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leaf-off 24 Mar 2021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150876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7991856" y="1508760"/>
            <a:ext cx="3474720" cy="914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7991856" y="16276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GB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991856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74736" y="2615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strips, ~1 GB 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86868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what we asked for — better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0233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requested a single 1 km² tile to keep cost down.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sent 25 strips across 6 acquisition dates.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 that includes a leaf-off March flight — the exact phenology needed to separate evergreen from dormant deciduous.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3429000"/>
            <a:ext cx="5440680" cy="233172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519672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ORDER (CONFIRMED)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9672" y="4023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023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 808–882 nm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9672" y="4389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3891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19672" y="4754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9672" y="5120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51206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19672" y="5486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labels these 'Band 1 (Red)' etc. — that is display-slot naming, not content.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every .tif has a twin .tfw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.tif — the pixels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numbers: 4 bands × ~10 000 × ~20 000 uint16 values. On its own it knows nothing about where on Earth it belongs — it is just an image.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5087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519672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.tfw — the world file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9672" y="208483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plain-text numbers that pin those pixels to the map. Same basename, different extension — that is the entire link. Lose it and the image floats free.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205740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20240810_0840_12504_0_18.tfw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279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4279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pixel size in X — 10 cm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535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45354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rotation (0 = north-up)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rotation (0 = north-up)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047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50474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pixel size in Y — negative: rows run north→south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2717648.750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53035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 of the upper-left pixel centre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5559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1116990.850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5559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 of the upper-left pixel centre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are an affine transform: pixel (col,row) ⇄ map (E,N). That is all georeferencing is.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tiles knew where — but not on which planet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37160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.tfw gives coordinates but never says which coordinate system they are in.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tiles reported  crs = None.  The numbers were right; the label was missing — so QGIS had no idea they were Swiss LV95 and placed them nowhere. That is what looked like "the coordinates are off".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9728" cy="822960"/>
          </a:xfrm>
          <a:prstGeom prst="rect">
            <a:avLst/>
          </a:prstGeom>
          <a:solidFill>
            <a:srgbClr val="B0472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3154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invisible or landing in the ocean; rasterio reports crs=None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09728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60120" y="4114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lives only in the sidecar .tfw; no CRS embedded in the GeoTIFF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" cy="822960"/>
          </a:xfrm>
          <a:prstGeom prst="rect">
            <a:avLst/>
          </a:prstGeom>
          <a:solidFill>
            <a:srgbClr val="3E7D4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960120" y="5074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50749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EPSG:2056 into each tile's metadata — in-place, metadata-only, no pixel rewrite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now, not later: georeferencing belongs with the data, so every tool — QGIS, GDAL, the pipeline — gets it right for free. The 33 GB original zip is untouched.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checking script would not run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23444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4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AttributeError: module 'inspect' has no attribute 'signature'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from deep inside rasterio's imports — nothing to do with the data, and the traceback points nowhere near the real cause.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was named  inspect.py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216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puts the script's own folder FIRST on the import path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37997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rasterio does  import inspect  → gets the local file, not the standard library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548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50383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file was empty, so  inspect.signature  does not exist → rasterio dies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0" y="3017520"/>
            <a:ext cx="3227832" cy="2743200"/>
          </a:xfrm>
          <a:prstGeom prst="rect">
            <a:avLst/>
          </a:prstGeom>
          <a:solidFill>
            <a:srgbClr val="EDEAD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86868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0" y="35661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name a file after a standard-library module.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risky: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617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random.py · json.py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email.py · types.py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logging.py · io.py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 scripts/check_swissimage_rs.py  — reports bands, CRS, dates and which tiles cover the AOI.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NIR band actually reveals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1109167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pic>
        <p:nvPicPr>
          <p:cNvPr id="6" name="Image 0" descr="/Users/Aiden/Desktop/portfolio/palmTrack/files/ticino-palm-mapper/reports/src/img/RS_cir_tripty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854" y="1664208"/>
            <a:ext cx="6738344" cy="2267712"/>
          </a:xfrm>
          <a:prstGeom prst="rect">
            <a:avLst/>
          </a:prstGeom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85800" y="3931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180 m of leaf-off forest, 24 March 2021 — three renderings of the same four bands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3474720" cy="82296"/>
          </a:xfrm>
          <a:prstGeom prst="rect">
            <a:avLst/>
          </a:prstGeom>
          <a:solidFill>
            <a:srgbClr val="6F7C7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7"/>
          <p:cNvSpPr/>
          <p:nvPr/>
        </p:nvSpPr>
        <p:spPr>
          <a:xfrm>
            <a:off x="777240" y="4663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7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colour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forest is a flat brown mush. This is the RGB-only problem that stalled us.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70248" y="4526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Shape 10"/>
          <p:cNvSpPr/>
          <p:nvPr/>
        </p:nvSpPr>
        <p:spPr>
          <a:xfrm>
            <a:off x="4270248" y="4526280"/>
            <a:ext cx="3474720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1"/>
          <p:cNvSpPr/>
          <p:nvPr/>
        </p:nvSpPr>
        <p:spPr>
          <a:xfrm>
            <a:off x="4498848" y="4663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Colour-infrared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98848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evergreen foliage flares red against the dark leafless canopy.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91856" y="4526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4"/>
          <p:cNvSpPr/>
          <p:nvPr/>
        </p:nvSpPr>
        <p:spPr>
          <a:xfrm>
            <a:off x="7991856" y="4526280"/>
            <a:ext cx="3474720" cy="82296"/>
          </a:xfrm>
          <a:prstGeom prst="rect">
            <a:avLst/>
          </a:prstGeom>
          <a:solidFill>
            <a:srgbClr val="3E7D4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8220456" y="4663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NDVI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0456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green dots — individual evergreen crowns — resolved against tan dormant forest.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discrimination RGB could not provide — exactly the case made in the data request.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cover our confirmed palms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pic>
        <p:nvPicPr>
          <p:cNvPr id="6" name="Image 0" descr="/Users/Aiden/Desktop/portfolio/palmTrack/files/ticino-palm-mapper/reports/src/img/RS_footprint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313" y="1664208"/>
            <a:ext cx="3151054" cy="4206240"/>
          </a:xfrm>
          <a:prstGeom prst="rect">
            <a:avLst/>
          </a:prstGeom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355080" y="169164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centred on the AOI I chose from GBIF point density — not on the palms we personally verified.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2697480"/>
            <a:ext cx="52852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6"/>
          <p:cNvSpPr/>
          <p:nvPr/>
        </p:nvSpPr>
        <p:spPr>
          <a:xfrm>
            <a:off x="6355080" y="2697480"/>
            <a:ext cx="91440" cy="841248"/>
          </a:xfrm>
          <a:prstGeom prst="rect">
            <a:avLst/>
          </a:prstGeom>
          <a:solidFill>
            <a:srgbClr val="3E7D4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7"/>
          <p:cNvSpPr/>
          <p:nvPr/>
        </p:nvSpPr>
        <p:spPr>
          <a:xfrm>
            <a:off x="6583680" y="2807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E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AOI + 169 GBIF occurrence points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3657600"/>
            <a:ext cx="52852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Shape 10"/>
          <p:cNvSpPr/>
          <p:nvPr/>
        </p:nvSpPr>
        <p:spPr>
          <a:xfrm>
            <a:off x="6355080" y="3657600"/>
            <a:ext cx="91440" cy="841248"/>
          </a:xfrm>
          <a:prstGeom prst="rect">
            <a:avLst/>
          </a:prstGeom>
          <a:solidFill>
            <a:srgbClr val="B0472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1"/>
          <p:cNvSpPr/>
          <p:nvPr/>
        </p:nvSpPr>
        <p:spPr>
          <a:xfrm>
            <a:off x="6583680" y="3767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8368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Tamporiva — the palms you confirmed in person (~15 km south)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55080" y="4617720"/>
            <a:ext cx="52852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4"/>
          <p:cNvSpPr/>
          <p:nvPr/>
        </p:nvSpPr>
        <p:spPr>
          <a:xfrm>
            <a:off x="6355080" y="4617720"/>
            <a:ext cx="91440" cy="841248"/>
          </a:xfrm>
          <a:prstGeom prst="rect">
            <a:avLst/>
          </a:prstGeom>
          <a:solidFill>
            <a:srgbClr val="B0472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6583680" y="4727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Usignolo playground — the Street-View-confirmed palm (~12 km west)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55080" y="5577840"/>
            <a:ext cx="5285232" cy="777240"/>
          </a:xfrm>
          <a:prstGeom prst="rect">
            <a:avLst/>
          </a:prstGeom>
          <a:solidFill>
            <a:srgbClr val="EDEAD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6583680" y="56692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2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 2 719 475 / N 1 095 726 explicitly in the next request.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delivery validates the mechanism, not a specific palm.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Codebase reorganised around the new data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11480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scattered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palmTrack/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Sample_SWISSIMAGE_RS/     66 GB loose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Sample_SWISSIMAGE_RS.zip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check_rs.py               outside repo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inspect.py                empty, broken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deck/                     outside repo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.vscode/  .DS_Store       cruft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ticino-palm-mapper/     the actual repo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5352" y="1554480"/>
            <a:ext cx="5394960" cy="411480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565392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inside the repo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1031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ticino-palm-mapper/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data/raw/swissimage_rs/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lugano_delivery_2026-07/   25 tiles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bern_sample_2019/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00–05 pipeline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check_swissimage_rs.py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reports/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*.pptx  +  src/ build tooling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E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configs/  docs/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solidFill>
            <a:srgbClr val="EDEADD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868680" y="5897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&amp; pushed. </a:t>
            </a:r>
            <a:r>
              <a:rPr lang="en-US" sz="12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66 GB of imagery and node_modules are gitignored — the commit is 24 MB of code, reports and figures.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· 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 is in hand and it works.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2148840"/>
          </a:xfrm>
          <a:prstGeom prst="rect">
            <a:avLst/>
          </a:prstGeom>
          <a:solidFill>
            <a:srgbClr val="1F3527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RS tiles inventoried, CRS repaired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checker diagnosed and replaced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resolves individual evergreen crowns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reorganised, committed, pushed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2240280"/>
            <a:ext cx="5394960" cy="2148840"/>
          </a:xfrm>
          <a:prstGeom prst="rect">
            <a:avLst/>
          </a:prstGeom>
          <a:solidFill>
            <a:srgbClr val="1F3527"/>
          </a:solidFill>
          <a:ln w="12700">
            <a:solidFill>
              <a:srgbClr val="EDEAD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565392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72491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Retile RS strips onto the 10 cm grid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stacks to [R,G,B,NIR,NDVI,CHM]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coverage over a confirmed palm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Dataset, model, training (project lead)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6E924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548640" y="4983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blocker was never the imagery — it was knowing what the pixels meant.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r>
              <a:rPr lang="en-US" sz="1250" b="1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github.com/aidenfairman12/ticino-palm-mapper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1112</Words>
  <Application>Microsoft Macintosh PowerPoint</Application>
  <PresentationFormat>Widescreen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SWISSIMAGE RS (NIR) — Delivery Handling Report</dc:title>
  <dc:subject>PptxGenJS Presentation</dc:subject>
  <dc:creator>ML / Data Engineering</dc:creator>
  <cp:lastModifiedBy>Fairman, Aiden</cp:lastModifiedBy>
  <cp:revision>2</cp:revision>
  <dcterms:created xsi:type="dcterms:W3CDTF">2026-07-24T20:06:01Z</dcterms:created>
  <dcterms:modified xsi:type="dcterms:W3CDTF">2026-07-24T20:10:29Z</dcterms:modified>
</cp:coreProperties>
</file>