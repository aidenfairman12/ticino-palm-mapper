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iden/Desktop/portfolio/palmTrack/files/ticino-palm-mapper/reports/src/img/RS_cir_tripty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2057400"/>
            <a:ext cx="5879592" cy="19751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1143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REPORT  ·  24 JULY 2026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1536192"/>
            <a:ext cx="7315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Near-Infrared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Arrived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SWISSIMAGE RS delivery: what came, why nothing would open, and what the NIR band actually reveals.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5577840"/>
            <a:ext cx="2926080" cy="0"/>
          </a:xfrm>
          <a:prstGeom prst="line">
            <a:avLst/>
          </a:prstGeom>
          <a:noFill/>
          <a:ln w="19050">
            <a:solidFill>
              <a:srgbClr val="6E92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715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swisstopo sent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4747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08760"/>
            <a:ext cx="347472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27632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151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4-band NIR/R/G/B, 16-bit, 10 cm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0248" y="1508760"/>
            <a:ext cx="34747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0248" y="1508760"/>
            <a:ext cx="347472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270248" y="1627632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270248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53128" y="26151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incl. leaf-off 24 Mar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91856" y="1508760"/>
            <a:ext cx="34747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91856" y="1508760"/>
            <a:ext cx="347472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7991856" y="1627632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GB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7991856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DISK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74736" y="26151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strips, ~1 GB each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what we asked for — better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402336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requested a single 1 km² tile to keep cost down.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sent 25 strips across 6 acquisition dates.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Crucially that includes a leaf-off March flight — the exact phenology needed to separate evergreen from dormant deciduous.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9632" y="3429000"/>
            <a:ext cx="5440680" cy="2331720"/>
          </a:xfrm>
          <a:prstGeom prst="rect">
            <a:avLst/>
          </a:prstGeom>
          <a:solidFill>
            <a:srgbClr val="16271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ORDER (CONFIRMED)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9672" y="402336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B4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 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0" y="402336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NIR  808–882 nm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19672" y="43891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0" y="43891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19672" y="47548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 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7548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19672" y="5120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Band 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0" y="51206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19672" y="54864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labels these 'Band 1 (Red)' etc. — that is display-slot naming, not content.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every .tif has a twin .tfw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642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.tif — the pixels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08483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grid of numbers: 4 bands × ~10 000 × ~20 000 uint16 values. On its own it knows nothing about where on Earth it belongs — it is just an image.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15087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9672" y="16642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.tfw — the world file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208483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plain-text numbers that pin those pixels to the map. Same basename, different extension — that is the entire link. Lose it and the image floats free.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11091672" cy="2057400"/>
          </a:xfrm>
          <a:prstGeom prst="rect">
            <a:avLst/>
          </a:prstGeom>
          <a:solidFill>
            <a:srgbClr val="16271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20240810_0840_12504_0_18.tfw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42793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427939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pixel size in X — 10 cm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45354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453542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rotation (0 = north-up)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47914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0.00000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47914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rotation (0 = north-up)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50474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-0.100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504748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pixel size in Y — negative: rows run north→south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5303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2717648.750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53035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 of the upper-left pixel centre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5559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1116990.850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651760" y="5559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 of the upper-left pixel centre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are an affine transform: pixel (col,row) ⇄ map (E,N). That is all georeferencing is.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tiles knew where — but not on which planet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6271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19072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.tfw gives coordinates but never says which coordinate system they are in.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25 tiles reported  crs = None.  The numbers were right; the label was missing — so QGIS had no idea they were Swiss LV95 and placed them nowhere. That is what looked like "the coordinates are off".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1109167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3154680"/>
            <a:ext cx="109728" cy="822960"/>
          </a:xfrm>
          <a:prstGeom prst="rect">
            <a:avLst/>
          </a:prstGeom>
          <a:solidFill>
            <a:srgbClr val="B0472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154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4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Symptom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0" y="31546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Tiles invisible or landing in the ocean; rasterio reports crs=None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09167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4114800"/>
            <a:ext cx="109728" cy="822960"/>
          </a:xfrm>
          <a:prstGeom prst="rect">
            <a:avLst/>
          </a:prstGeom>
          <a:solidFill>
            <a:srgbClr val="C08A2A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114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Georeferencing lives only in the sidecar .tfw; no CRS embedded in the GeoTIFF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109167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5074920"/>
            <a:ext cx="109728" cy="822960"/>
          </a:xfrm>
          <a:prstGeom prst="rect">
            <a:avLst/>
          </a:prstGeom>
          <a:solidFill>
            <a:srgbClr val="3E7D44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749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43200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EPSG:2056 into each tile's metadata — in-place, metadata-only, no pixel rewrite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08076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now, not later: georeferencing belongs with the data, so every tool — QGIS, GDAL, the pipeline — gets it right for free. The 33 GB original zip is untouched.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checking script would not run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1234440"/>
          </a:xfrm>
          <a:prstGeom prst="rect">
            <a:avLst/>
          </a:prstGeom>
          <a:solidFill>
            <a:srgbClr val="16271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91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4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AttributeError: module 'inspect' has no attribute 'signature'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Thrown from deep inside rasterio's imports — nothing to do with the data, and the traceback points nowhere near the real cause.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was named  inspect.py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72160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7216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puts the script's own folder FIRST on the import path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437997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rasterio does  import inspect  → gets the local file, not the standard library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38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503834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file was empty, so  inspect.signature  does not exist → rasterio dies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412480" y="3017520"/>
            <a:ext cx="3227832" cy="2743200"/>
          </a:xfrm>
          <a:prstGeom prst="rect">
            <a:avLst/>
          </a:prstGeom>
          <a:solidFill>
            <a:srgbClr val="EDEAD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0" y="35661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name a file after a standard-library module.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686800" y="43434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risky: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2C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random.py · json.py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2C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email.py · types.py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2C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logging.py · io.py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by  scripts/check_swissimage_rs.py  — reports bands, CRS, dates and which tiles cover the AOI.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NIR band actually reveals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11091672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Users/Aiden/Desktop/portfolio/palmTrack/files/ticino-palm-mapper/reports/src/img/RS_cir_tripty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5304" y="1645920"/>
            <a:ext cx="6738344" cy="2267712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85800" y="3931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180 m of leaf-off forest, 24 March 2021 — three renderings of the same four bands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452628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526280"/>
            <a:ext cx="3474720" cy="82296"/>
          </a:xfrm>
          <a:prstGeom prst="rect">
            <a:avLst/>
          </a:prstGeom>
          <a:solidFill>
            <a:srgbClr val="6F7C71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663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7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True colour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4983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Dormant forest is a flat brown mush. This is the RGB-only problem that stalled us.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70248" y="452628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70248" y="4526280"/>
            <a:ext cx="3474720" cy="8229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4" name="Text 11"/>
          <p:cNvSpPr/>
          <p:nvPr/>
        </p:nvSpPr>
        <p:spPr>
          <a:xfrm>
            <a:off x="4498848" y="4663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Colour-infrared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498848" y="4983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evergreen foliage flares red against the dark leafless canopy.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991856" y="452628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991856" y="4526280"/>
            <a:ext cx="3474720" cy="82296"/>
          </a:xfrm>
          <a:prstGeom prst="rect">
            <a:avLst/>
          </a:prstGeom>
          <a:solidFill>
            <a:srgbClr val="3E7D44"/>
          </a:solidFill>
          <a:ln/>
        </p:spPr>
      </p:sp>
      <p:sp>
        <p:nvSpPr>
          <p:cNvPr id="18" name="Text 15"/>
          <p:cNvSpPr/>
          <p:nvPr/>
        </p:nvSpPr>
        <p:spPr>
          <a:xfrm>
            <a:off x="8220456" y="46634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NDVI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0456" y="4983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green dots — individual evergreen crowns — resolved against tan dormant forest.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discrimination RGB could not provide — exactly the case made in the data request.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cover our confirmed palms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Users/Aiden/Desktop/portfolio/palmTrack/files/ticino-palm-mapper/reports/src/img/RS_footprint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313" y="1664208"/>
            <a:ext cx="3151054" cy="42062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355080" y="169164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centred on the AOI I chose from GBIF point density — not on the palms we personally verified.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2697480"/>
            <a:ext cx="52852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55080" y="2697480"/>
            <a:ext cx="91440" cy="841248"/>
          </a:xfrm>
          <a:prstGeom prst="rect">
            <a:avLst/>
          </a:prstGeom>
          <a:solidFill>
            <a:srgbClr val="3E7D44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28072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E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AOI + 169 GBIF occurrence points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55080" y="3657600"/>
            <a:ext cx="52852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55080" y="3657600"/>
            <a:ext cx="91440" cy="841248"/>
          </a:xfrm>
          <a:prstGeom prst="rect">
            <a:avLst/>
          </a:prstGeom>
          <a:solidFill>
            <a:srgbClr val="B0472E"/>
          </a:solidFill>
          <a:ln/>
        </p:spPr>
      </p:sp>
      <p:sp>
        <p:nvSpPr>
          <p:cNvPr id="14" name="Text 11"/>
          <p:cNvSpPr/>
          <p:nvPr/>
        </p:nvSpPr>
        <p:spPr>
          <a:xfrm>
            <a:off x="6583680" y="37673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COVERED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83680" y="4023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Tamporiva — the palms you confirmed in person (~15 km south)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55080" y="4617720"/>
            <a:ext cx="52852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55080" y="4617720"/>
            <a:ext cx="91440" cy="841248"/>
          </a:xfrm>
          <a:prstGeom prst="rect">
            <a:avLst/>
          </a:prstGeom>
          <a:solidFill>
            <a:srgbClr val="B0472E"/>
          </a:solidFill>
          <a:ln/>
        </p:spPr>
      </p:sp>
      <p:sp>
        <p:nvSpPr>
          <p:cNvPr id="18" name="Text 15"/>
          <p:cNvSpPr/>
          <p:nvPr/>
        </p:nvSpPr>
        <p:spPr>
          <a:xfrm>
            <a:off x="6583680" y="4727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COVERED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583680" y="4983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Usignolo playground — the Street-View-confirmed palm (~12 km west)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355080" y="5577840"/>
            <a:ext cx="5285232" cy="777240"/>
          </a:xfrm>
          <a:prstGeom prst="rect">
            <a:avLst/>
          </a:prstGeom>
          <a:solidFill>
            <a:srgbClr val="EDEAD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83680" y="56692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pPr indent="0" marL="0">
              <a:buNone/>
            </a:pPr>
            <a:r>
              <a:rPr lang="en-US" sz="120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 2 719 475 / N 1 095 726 explicitly in the next request.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61447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delivery validates the mechanism, not a specific palm.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109728" cy="713232"/>
          </a:xfrm>
          <a:prstGeom prst="rect">
            <a:avLst/>
          </a:prstGeom>
          <a:solidFill>
            <a:srgbClr val="8FB45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92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95528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2C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Codebase reorganised around the new data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4114800"/>
          </a:xfrm>
          <a:prstGeom prst="rect">
            <a:avLst/>
          </a:prstGeom>
          <a:solidFill>
            <a:srgbClr val="16271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04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scattered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palmTrack/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Sample_SWISSIMAGE_RS/     66 GB loose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Sample_SWISSIMAGE_RS.zip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check_rs.py               outside repo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inspect.py                empty, broken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deck/                     outside repo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.vscode/  .DS_Store       cruft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files/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ticino-palm-mapper/     the actual repo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554480"/>
            <a:ext cx="5394960" cy="4114800"/>
          </a:xfrm>
          <a:prstGeom prst="rect">
            <a:avLst/>
          </a:prstGeom>
          <a:solidFill>
            <a:srgbClr val="16271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65392" y="1737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inside the repo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65392" y="21031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ticino-palm-mapper/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data/raw/swissimage_rs/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lugano_delivery_2026-07/   25 tiles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bern_sample_2019/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scripts/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00–05 pipeline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check_swissimage_rs.py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*.pptx  +  src/ build tooling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DE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src/  configs/  docs/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806440"/>
            <a:ext cx="11091672" cy="685800"/>
          </a:xfrm>
          <a:prstGeom prst="rect">
            <a:avLst/>
          </a:prstGeom>
          <a:solidFill>
            <a:srgbClr val="EDEADD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58978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&amp; pushed. </a:t>
            </a:r>
            <a:pPr indent="0" marL="0">
              <a:buNone/>
            </a:pPr>
            <a:r>
              <a:rPr lang="en-US" sz="1200" dirty="0">
                <a:solidFill>
                  <a:srgbClr val="242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66 GB of imagery and node_modules are gitignored — the commit is 24 MB of code, reports and figures.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77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 is in hand and it works.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394960" cy="2148840"/>
          </a:xfrm>
          <a:prstGeom prst="rect">
            <a:avLst/>
          </a:prstGeom>
          <a:solidFill>
            <a:srgbClr val="1F3527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 SESSION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724912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RS tiles inventoried, CRS repaired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checker diagnosed and replaced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NDVI resolves individual evergreen crowns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reorganised, committed, pushed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45352" y="2240280"/>
            <a:ext cx="5394960" cy="2148840"/>
          </a:xfrm>
          <a:prstGeom prst="rect">
            <a:avLst/>
          </a:prstGeom>
          <a:solidFill>
            <a:srgbClr val="1F3527"/>
          </a:solidFill>
          <a:ln w="12700">
            <a:solidFill>
              <a:srgbClr val="EDEAD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65392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65392" y="2724912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Retile RS strips onto the 10 cm grid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stacks to [R,G,B,NIR,NDVI,CHM]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DE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coverage over a confirmed palm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ML: Dataset, model, training (project lead)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709160"/>
            <a:ext cx="11064240" cy="0"/>
          </a:xfrm>
          <a:prstGeom prst="line">
            <a:avLst/>
          </a:prstGeom>
          <a:noFill/>
          <a:ln w="12700">
            <a:solidFill>
              <a:srgbClr val="6E92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983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A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blocker was never the imagery — it was knowing what the pixels meant.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F7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 </a:t>
            </a:r>
            <a:pPr indent="0" marL="0">
              <a:buNone/>
            </a:pPr>
            <a:r>
              <a:rPr lang="en-US" sz="1250" b="1" dirty="0">
                <a:solidFill>
                  <a:srgbClr val="8FB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github.com/aidenfairman12/ticino-palm-mapper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SWISSIMAGE RS (NIR) — Delivery Handling Report</dc:title>
  <dc:subject>PptxGenJS Presentation</dc:subject>
  <dc:creator>ML / Data Engineering</dc:creator>
  <cp:lastModifiedBy>ML / Data Engineering</cp:lastModifiedBy>
  <cp:revision>1</cp:revision>
  <dcterms:created xsi:type="dcterms:W3CDTF">2026-07-24T20:06:01Z</dcterms:created>
  <dcterms:modified xsi:type="dcterms:W3CDTF">2026-07-24T20:06:01Z</dcterms:modified>
</cp:coreProperties>
</file>